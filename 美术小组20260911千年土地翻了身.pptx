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A9785-C59E-A101-9D77-CF8E8D3255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8A6FF5C-E3CB-7D33-13FF-25087A6A4B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4B3150-9353-9D72-6FD7-32E3D0FBB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A106A7-0F1C-04FA-2F44-37DF42CF4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2CF8BA5-4B05-267E-115D-563BC6E87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0139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FFF349-6D16-9361-3FBC-C252F376C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53812B5-D4A1-6C9D-4818-58EE7D008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F4CAC1-0311-67FE-862D-C03AAD9DF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CA2546-5D8A-A071-1479-830D61341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03C8B13-EB0D-255E-5456-CEFD90DCE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68580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F067C1-EE92-1892-766A-AD6B36DBF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679A4ED-2F6F-CA8B-A3D2-8924882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E02496-8E1F-79BC-6386-C3889ACD4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311E5AE-A117-C953-3494-434264D3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ECD951-65F3-BE47-F95C-547768D2A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2958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D84DBE-9B5F-01CF-5231-E3AD16A95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40922-AE07-9C73-F461-DDB3A30FA6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E4414D3-06CC-2986-622B-0F8627604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5624FE-BDD9-44A2-9581-362784D2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130E3D5-9F56-3E1A-7FED-60B63B7A5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C04E95-5ABE-5633-2F6D-204645AB8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5483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314FE7-EB76-0550-E950-D877C350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3D73C4-5312-C146-371A-ACD3DEFAC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773D9-8112-3196-7450-0DA63C6105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9367708-5580-C75E-EE72-C2C7D962ED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B924512-21A1-045E-E7A6-F9F5335BF4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1498583-E843-8CC9-68D5-7F8505C05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1C98E0A-9A19-E5FC-6FCD-0FD5AE76E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4BB17D89-BAB4-0C91-C699-8126B9B71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5277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2225EB-1218-1B9F-023A-7CC6560C8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F513B5-9669-8DA4-81FC-ED948479E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34F6980-FA40-8B6B-7744-C45EF20CD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2FF62A9-77DC-C9EA-FD7C-50661A78D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1010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09C325F-8039-5BAB-2DF7-3A43F6752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A540D32-589A-CF1C-05E2-570187970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9FCB194-4A67-A35F-8C14-0FEED69E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006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5A4438-2C9D-CCE2-C224-52583EEB7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C964AF-6C2F-A05F-19A3-475F7A9DB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2AF5E7-565E-D0D7-9B6E-1D332E3AF4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22FC3-3170-37CF-DF58-43E483523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E6A1FED-ACBD-6911-A9E3-C782A90C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9262E87-4500-3469-36ED-D0845DF2E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84639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118316-0523-8D6F-74AB-0AA820A50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93112BB-2836-0054-355B-64475A90C5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82956AB-83DD-5495-F9EC-EDC9BD691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E6562C-ADAB-4695-80FB-53E288613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531019B-928E-7C2F-C29D-2B09A90A3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522154-0628-5195-D548-CB8C91348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750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EE1DA4-7E77-0EEB-6743-A7F040F94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9C21201-FBF8-FC30-B64C-631AB9BED3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B541B3-3FF3-60C9-0320-4CFB1E410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BC07D9-3038-2E4E-4E6D-3C13A2676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1D2DAB-D40D-F3FA-0258-E3AE53FFF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5611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010E791-C66E-0836-A2DF-1A4EBFA7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E40D861-371E-E84C-0137-E0A9B31E04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A6DB9B4-B3DB-3734-43A7-2444F8DE6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706264-4E2C-019E-BBB5-E688C639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537DEB5-D49E-5F15-13C0-C2689AB5F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7362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B91B7F1-F9E9-2FCC-207B-5C439935D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5C4656-11CF-E69A-E63C-51FA49AD1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7EC44FC-38ED-573C-5128-13DA3849AB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FAC315-A260-4881-9599-455F9B25A0BB}" type="datetimeFigureOut">
              <a:rPr lang="zh-CN" altLang="en-US" smtClean="0"/>
              <a:t>2026/9/11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E9DCCF-89FE-37EB-DAC1-053CC41AF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676F0B-73BE-51DD-829A-7E54CA987C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707046-6984-4A8C-AD97-1404D559717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230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4">
            <a:extLst>
              <a:ext uri="{FF2B5EF4-FFF2-40B4-BE49-F238E27FC236}">
                <a16:creationId xmlns:a16="http://schemas.microsoft.com/office/drawing/2014/main" id="{F1F10959-072B-9998-0FDE-18AD6267E9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689445"/>
            <a:ext cx="5056405" cy="273955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21492F8-6AA1-D18F-8F82-A88EB1720CCC}"/>
              </a:ext>
            </a:extLst>
          </p:cNvPr>
          <p:cNvSpPr txBox="1"/>
          <p:nvPr/>
        </p:nvSpPr>
        <p:spPr>
          <a:xfrm>
            <a:off x="583008" y="3768064"/>
            <a:ext cx="1046343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400" dirty="0"/>
              <a:t>这幅画代表新中国美术发展。董希文三进西藏写生，积累素材。他以朴素画风表现西藏农奴翻身做主，在土地上耕耘的喜悦。</a:t>
            </a:r>
          </a:p>
          <a:p>
            <a:r>
              <a:rPr lang="zh-CN" altLang="zh-CN" sz="2400" dirty="0"/>
              <a:t>画面充满动感。人物后仰，牦牛奋蹄，笔触方向一致。雪山蓝天带来不一样的春天。</a:t>
            </a:r>
          </a:p>
          <a:p>
            <a:r>
              <a:rPr lang="zh-CN" altLang="zh-CN" sz="2400" dirty="0"/>
              <a:t>对角线构图和桃红上衣与左下阴影对比。这表现出高原阳光，也表现出人物内心的激动喜悦。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A55A1E2-AE62-3EE2-1327-0CF927CE7833}"/>
              </a:ext>
            </a:extLst>
          </p:cNvPr>
          <p:cNvSpPr txBox="1"/>
          <p:nvPr/>
        </p:nvSpPr>
        <p:spPr>
          <a:xfrm>
            <a:off x="441859" y="997393"/>
            <a:ext cx="551299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/>
              <a:t>《</a:t>
            </a:r>
            <a:r>
              <a:rPr lang="zh-CN" altLang="zh-CN" sz="3600" dirty="0"/>
              <a:t>千年土地翻了身》</a:t>
            </a:r>
            <a:endParaRPr lang="en-US" altLang="zh-CN" sz="3600" dirty="0"/>
          </a:p>
          <a:p>
            <a:r>
              <a:rPr lang="zh-CN" altLang="zh-CN" sz="3200" dirty="0"/>
              <a:t>是董希文1963年油画，藏中国美术馆。</a:t>
            </a:r>
          </a:p>
          <a:p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389299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7FF67A5-5561-865C-2DC8-2F112596DE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193"/>
            <a:ext cx="12192000" cy="660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660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7E1906-88E4-8131-68C3-97518B225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009" y="3360654"/>
            <a:ext cx="11170763" cy="3497346"/>
          </a:xfrm>
        </p:spPr>
        <p:txBody>
          <a:bodyPr>
            <a:normAutofit/>
          </a:bodyPr>
          <a:lstStyle/>
          <a:p>
            <a:r>
              <a:rPr lang="zh-CN" altLang="zh-CN" sz="4000" dirty="0"/>
              <a:t>1.感谢</a:t>
            </a:r>
            <a:r>
              <a:rPr lang="zh-CN" altLang="zh-CN" sz="4000" dirty="0">
                <a:highlight>
                  <a:srgbClr val="00FFFF"/>
                </a:highlight>
              </a:rPr>
              <a:t>美术教材</a:t>
            </a:r>
            <a:r>
              <a:rPr lang="zh-CN" altLang="zh-CN" sz="4000" dirty="0"/>
              <a:t>催生了这个</a:t>
            </a:r>
            <a:r>
              <a:rPr lang="zh-CN" altLang="zh-CN" sz="4000" dirty="0">
                <a:highlight>
                  <a:srgbClr val="00FFFF"/>
                </a:highlight>
              </a:rPr>
              <a:t>PPT</a:t>
            </a:r>
            <a:r>
              <a:rPr lang="zh-CN" altLang="zh-CN" sz="4000" dirty="0"/>
              <a:t>。</a:t>
            </a:r>
            <a:br>
              <a:rPr lang="en-US" altLang="zh-CN" sz="4000" dirty="0"/>
            </a:br>
            <a:r>
              <a:rPr lang="en-US" altLang="zh-CN" sz="4000" dirty="0"/>
              <a:t>2.</a:t>
            </a:r>
            <a:r>
              <a:rPr lang="zh-CN" altLang="zh-CN" dirty="0"/>
              <a:t>感谢</a:t>
            </a:r>
            <a:r>
              <a:rPr lang="zh-CN" altLang="zh-CN" dirty="0">
                <a:highlight>
                  <a:srgbClr val="00FFFF"/>
                </a:highlight>
              </a:rPr>
              <a:t>deepseek</a:t>
            </a:r>
            <a:r>
              <a:rPr lang="zh-CN" altLang="zh-CN" dirty="0"/>
              <a:t>提供了免费的文本编写服务。</a:t>
            </a:r>
            <a:br>
              <a:rPr lang="zh-CN" altLang="zh-CN" sz="4000" dirty="0"/>
            </a:br>
            <a:r>
              <a:rPr lang="en-US" altLang="zh-CN" sz="4000" dirty="0"/>
              <a:t>3</a:t>
            </a:r>
            <a:r>
              <a:rPr lang="zh-CN" altLang="zh-CN" sz="4000" dirty="0"/>
              <a:t>.感谢</a:t>
            </a:r>
            <a:r>
              <a:rPr lang="zh-CN" altLang="zh-CN" sz="4000" dirty="0">
                <a:highlight>
                  <a:srgbClr val="00FFFF"/>
                </a:highlight>
              </a:rPr>
              <a:t>千问</a:t>
            </a:r>
            <a:r>
              <a:rPr lang="zh-CN" altLang="zh-CN" sz="4000" dirty="0"/>
              <a:t>提供了免费的 </a:t>
            </a:r>
            <a:r>
              <a:rPr lang="zh-CN" altLang="zh-CN" sz="4000" dirty="0">
                <a:highlight>
                  <a:srgbClr val="00FFFF"/>
                </a:highlight>
              </a:rPr>
              <a:t>AI</a:t>
            </a:r>
            <a:r>
              <a:rPr lang="zh-CN" altLang="zh-CN" sz="4000" dirty="0"/>
              <a:t> 图片清晰度提升服务。</a:t>
            </a:r>
            <a:br>
              <a:rPr lang="zh-CN" altLang="zh-CN" sz="4000" dirty="0"/>
            </a:br>
            <a:r>
              <a:rPr lang="en-US" altLang="zh-CN" sz="4000" dirty="0"/>
              <a:t>4</a:t>
            </a:r>
            <a:r>
              <a:rPr lang="zh-CN" altLang="zh-CN" sz="4000" dirty="0"/>
              <a:t>.感谢我们的</a:t>
            </a:r>
            <a:r>
              <a:rPr lang="zh-CN" altLang="zh-CN" sz="4000" dirty="0">
                <a:highlight>
                  <a:srgbClr val="00FFFF"/>
                </a:highlight>
              </a:rPr>
              <a:t>美术老师</a:t>
            </a:r>
            <a:r>
              <a:rPr lang="zh-CN" altLang="zh-CN" sz="4000" dirty="0"/>
              <a:t>让我们完成了这个</a:t>
            </a:r>
            <a:r>
              <a:rPr lang="zh-CN" altLang="zh-CN" sz="4000" dirty="0">
                <a:highlight>
                  <a:srgbClr val="00FFFF"/>
                </a:highlight>
              </a:rPr>
              <a:t>PPT</a:t>
            </a:r>
            <a:r>
              <a:rPr lang="zh-CN" altLang="zh-CN" sz="4000" dirty="0"/>
              <a:t>。</a:t>
            </a:r>
            <a:br>
              <a:rPr lang="zh-CN" altLang="zh-CN" sz="4000" dirty="0"/>
            </a:br>
            <a:r>
              <a:rPr lang="en-US" altLang="zh-CN" sz="4000" dirty="0"/>
              <a:t>5</a:t>
            </a:r>
            <a:r>
              <a:rPr lang="zh-CN" altLang="zh-CN" sz="4000" dirty="0"/>
              <a:t>.感谢你——让这个</a:t>
            </a:r>
            <a:r>
              <a:rPr lang="zh-CN" altLang="zh-CN" sz="4000" dirty="0">
                <a:highlight>
                  <a:srgbClr val="00FFFF"/>
                </a:highlight>
              </a:rPr>
              <a:t>PPT</a:t>
            </a:r>
            <a:r>
              <a:rPr lang="zh-CN" altLang="zh-CN" sz="4000" dirty="0"/>
              <a:t>有了存在的意义。</a:t>
            </a:r>
            <a:br>
              <a:rPr lang="zh-CN" altLang="zh-CN" dirty="0"/>
            </a:b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5593A91-EA66-1E7A-5CE1-792CB333672E}"/>
              </a:ext>
            </a:extLst>
          </p:cNvPr>
          <p:cNvSpPr txBox="1"/>
          <p:nvPr/>
        </p:nvSpPr>
        <p:spPr>
          <a:xfrm>
            <a:off x="707009" y="2659559"/>
            <a:ext cx="13386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鸣谢</a:t>
            </a:r>
          </a:p>
        </p:txBody>
      </p:sp>
    </p:spTree>
    <p:extLst>
      <p:ext uri="{BB962C8B-B14F-4D97-AF65-F5344CB8AC3E}">
        <p14:creationId xmlns:p14="http://schemas.microsoft.com/office/powerpoint/2010/main" val="2242557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457BC7-9575-78BF-C370-6B4C74C3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3E7911-CE15-DF84-84B7-8E3FE2031F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5712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278</Words>
  <Application>Microsoft Office PowerPoint</Application>
  <PresentationFormat>宽屏</PresentationFormat>
  <Paragraphs>7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1.感谢美术教材催生了这个PPT。 2.感谢deepseek提供了免费的文本编写服务。 3.感谢千问提供了免费的 AI 图片清晰度提升服务。 4.感谢我们的美术老师让我们完成了这个PPT。 5.感谢你——让这个PPT有了存在的意义。 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一丹 赵</dc:creator>
  <cp:lastModifiedBy>一丹 赵</cp:lastModifiedBy>
  <cp:revision>5</cp:revision>
  <dcterms:created xsi:type="dcterms:W3CDTF">2026-09-11T11:50:28Z</dcterms:created>
  <dcterms:modified xsi:type="dcterms:W3CDTF">2026-09-11T12:29:24Z</dcterms:modified>
</cp:coreProperties>
</file>