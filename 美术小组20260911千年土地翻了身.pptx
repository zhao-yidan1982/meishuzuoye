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8" d="100"/>
          <a:sy n="68" d="100"/>
        </p:scale>
        <p:origin x="556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3DA9785-C59E-A101-9D77-CF8E8D3255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28A6FF5C-E3CB-7D33-13FF-25087A6A4B8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04B3150-9353-9D72-6FD7-32E3D0FBBA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50A106A7-0F1C-04FA-2F44-37DF42CF43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CF8BA5-4B05-267E-115D-563BC6E87D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701390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2FFF349-6D16-9361-3FBC-C252F376C0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3812B5-D4A1-6C9D-4818-58EE7D0087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5F4CAC1-0311-67FE-862D-C03AAD9DF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CCA2546-5D8A-A071-1479-830D61341B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3C8B13-EB0D-255E-5456-CEFD90DCE8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068580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EF067C1-EE92-1892-766A-AD6B36DBFA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679A4ED-2F6F-CA8B-A3D2-89248825E9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1E02496-8E1F-79BC-6386-C3889ACD4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311E5AE-A117-C953-3494-434264D32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7ECD951-65F3-BE47-F95C-547768D2AA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958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FD84DBE-9B5F-01CF-5231-E3AD16A95A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040922-AE07-9C73-F461-DDB3A30FA60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BE4414D3-06CC-2986-622B-0F8627604EA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65624FE-BDD9-44A2-9581-362784D29B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130E3D5-9F56-3E1A-7FED-60B63B7A5A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EC04E95-5ABE-5633-2F6D-204645AB8E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548345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A314FE7-EB76-0550-E950-D877C3505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583D73C4-5312-C146-371A-ACD3DEFACD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96773D9-8112-3196-7450-0DA63C6105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39367708-5580-C75E-EE72-C2C7D962ED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B924512-21A1-045E-E7A6-F9F5335BF41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1498583-E843-8CC9-68D5-7F8505C058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1C98E0A-9A19-E5FC-6FCD-0FD5AE76ED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B17D89-BAB4-0C91-C699-8126B9B71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3527751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B2225EB-1218-1B9F-023A-7CC6560C80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4F513B5-9669-8DA4-81FC-ED948479EF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34F6980-FA40-8B6B-7744-C45EF20CDF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A2FF62A9-77DC-C9EA-FD7C-50661A78D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210102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09C325F-8039-5BAB-2DF7-3A43F67527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A540D32-589A-CF1C-05E2-570187970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9FCB194-4A67-A35F-8C14-0FEED69E0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0064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5A4438-2C9D-CCE2-C224-52583EEB78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CC964AF-6C2F-A05F-19A3-475F7A9DBA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72AF5E7-565E-D0D7-9B6E-1D332E3AF4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7222FC3-3170-37CF-DF58-43E4835239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E6A1FED-ACBD-6911-A9E3-C782A90C51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79262E87-4500-3469-36ED-D0845DF2EA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84639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118316-0523-8D6F-74AB-0AA820A50B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F93112BB-2836-0054-355B-64475A90C57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A82956AB-83DD-5495-F9EC-EDC9BD6917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BE6562C-ADAB-4695-80FB-53E288613A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531019B-928E-7C2F-C29D-2B09A90A3B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0522154-0628-5195-D548-CB8C91348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7506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EE1DA4-7E77-0EEB-6743-A7F040F944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9C21201-FBF8-FC30-B64C-631AB9BED3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5B541B3-3FF3-60C9-0320-4CFB1E4103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CBC07D9-3038-2E4E-4E6D-3C13A26763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91D2DAB-D40D-F3FA-0258-E3AE53FFFA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956112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0010E791-C66E-0836-A2DF-1A4EBFA762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E40D861-371E-E84C-0137-E0A9B31E047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A6DB9B4-B3DB-3734-43A7-2444F8DE61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3706264-4E2C-019E-BBB5-E688C63991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537DEB5-D49E-5F15-13C0-C2689AB5FD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73620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7B91B7F1-F9E9-2FCC-207B-5C439935D4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05C4656-11CF-E69A-E63C-51FA49AD10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EC44FC-38ED-573C-5128-13DA3849ABE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FAC315-A260-4881-9599-455F9B25A0BB}" type="datetimeFigureOut">
              <a:rPr lang="zh-CN" altLang="en-US" smtClean="0"/>
              <a:t>2026/9/11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E9DCCF-89FE-37EB-DAC1-053CC41AF4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F676F0B-73BE-51DD-829A-7E54CA987CE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707046-6984-4A8C-AD97-1404D559717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2301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内容占位符 4">
            <a:extLst>
              <a:ext uri="{FF2B5EF4-FFF2-40B4-BE49-F238E27FC236}">
                <a16:creationId xmlns:a16="http://schemas.microsoft.com/office/drawing/2014/main" id="{F1F10959-072B-9998-0FDE-18AD6267E9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0" y="689445"/>
            <a:ext cx="5056405" cy="27395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92997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77FF67A5-5561-865C-2DC8-2F112596DE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6193"/>
            <a:ext cx="12192000" cy="6605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266013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A7E1906-88E4-8131-68C3-97518B225D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07009" y="3360654"/>
            <a:ext cx="11170763" cy="3497346"/>
          </a:xfrm>
        </p:spPr>
        <p:txBody>
          <a:bodyPr>
            <a:normAutofit/>
          </a:bodyPr>
          <a:lstStyle/>
          <a:p>
            <a:r>
              <a:rPr lang="zh-CN" altLang="zh-CN" sz="4000" dirty="0"/>
              <a:t>1.感谢</a:t>
            </a:r>
            <a:r>
              <a:rPr lang="zh-CN" altLang="zh-CN" sz="4000" dirty="0">
                <a:highlight>
                  <a:srgbClr val="00FFFF"/>
                </a:highlight>
              </a:rPr>
              <a:t>美术教材</a:t>
            </a:r>
            <a:r>
              <a:rPr lang="zh-CN" altLang="zh-CN" sz="4000" dirty="0"/>
              <a:t>催生了这个</a:t>
            </a:r>
            <a:r>
              <a:rPr lang="zh-CN" altLang="zh-CN" sz="4000" dirty="0">
                <a:highlight>
                  <a:srgbClr val="00FFFF"/>
                </a:highlight>
              </a:rPr>
              <a:t>PPT</a:t>
            </a:r>
            <a:r>
              <a:rPr lang="zh-CN" altLang="zh-CN" sz="4000" dirty="0"/>
              <a:t>。</a:t>
            </a:r>
            <a:br>
              <a:rPr lang="en-US" altLang="zh-CN" sz="4000" dirty="0"/>
            </a:br>
            <a:r>
              <a:rPr lang="en-US" altLang="zh-CN" sz="4000" dirty="0"/>
              <a:t>2.</a:t>
            </a:r>
            <a:r>
              <a:rPr lang="zh-CN" altLang="zh-CN" dirty="0"/>
              <a:t>感谢</a:t>
            </a:r>
            <a:r>
              <a:rPr lang="zh-CN" altLang="zh-CN" dirty="0">
                <a:highlight>
                  <a:srgbClr val="00FFFF"/>
                </a:highlight>
              </a:rPr>
              <a:t>deepseek</a:t>
            </a:r>
            <a:r>
              <a:rPr lang="zh-CN" altLang="zh-CN" dirty="0"/>
              <a:t>提供了免费的文本编写服务。</a:t>
            </a:r>
            <a:br>
              <a:rPr lang="zh-CN" altLang="zh-CN" sz="4000" dirty="0"/>
            </a:br>
            <a:r>
              <a:rPr lang="en-US" altLang="zh-CN" sz="4000" dirty="0"/>
              <a:t>3</a:t>
            </a:r>
            <a:r>
              <a:rPr lang="zh-CN" altLang="zh-CN" sz="4000" dirty="0"/>
              <a:t>.感谢</a:t>
            </a:r>
            <a:r>
              <a:rPr lang="zh-CN" altLang="zh-CN" sz="4000" dirty="0">
                <a:highlight>
                  <a:srgbClr val="00FFFF"/>
                </a:highlight>
              </a:rPr>
              <a:t>千问</a:t>
            </a:r>
            <a:r>
              <a:rPr lang="zh-CN" altLang="zh-CN" sz="4000" dirty="0"/>
              <a:t>提供了免费的 </a:t>
            </a:r>
            <a:r>
              <a:rPr lang="zh-CN" altLang="zh-CN" sz="4000" dirty="0">
                <a:highlight>
                  <a:srgbClr val="00FFFF"/>
                </a:highlight>
              </a:rPr>
              <a:t>AI</a:t>
            </a:r>
            <a:r>
              <a:rPr lang="zh-CN" altLang="zh-CN" sz="4000" dirty="0"/>
              <a:t> 图片清晰度提升服务。</a:t>
            </a:r>
            <a:br>
              <a:rPr lang="zh-CN" altLang="zh-CN" sz="4000" dirty="0"/>
            </a:br>
            <a:r>
              <a:rPr lang="en-US" altLang="zh-CN" sz="4000" dirty="0"/>
              <a:t>4</a:t>
            </a:r>
            <a:r>
              <a:rPr lang="zh-CN" altLang="zh-CN" sz="4000" dirty="0"/>
              <a:t>.感谢我们的</a:t>
            </a:r>
            <a:r>
              <a:rPr lang="zh-CN" altLang="zh-CN" sz="4000" dirty="0">
                <a:highlight>
                  <a:srgbClr val="00FFFF"/>
                </a:highlight>
              </a:rPr>
              <a:t>美术老师</a:t>
            </a:r>
            <a:r>
              <a:rPr lang="zh-CN" altLang="zh-CN" sz="4000" dirty="0"/>
              <a:t>让我们完成了这个</a:t>
            </a:r>
            <a:r>
              <a:rPr lang="zh-CN" altLang="zh-CN" sz="4000" dirty="0">
                <a:highlight>
                  <a:srgbClr val="00FFFF"/>
                </a:highlight>
              </a:rPr>
              <a:t>PPT</a:t>
            </a:r>
            <a:r>
              <a:rPr lang="zh-CN" altLang="zh-CN" sz="4000" dirty="0"/>
              <a:t>。</a:t>
            </a:r>
            <a:br>
              <a:rPr lang="zh-CN" altLang="zh-CN" sz="4000" dirty="0"/>
            </a:br>
            <a:r>
              <a:rPr lang="en-US" altLang="zh-CN" sz="4000" dirty="0"/>
              <a:t>5</a:t>
            </a:r>
            <a:r>
              <a:rPr lang="zh-CN" altLang="zh-CN" sz="4000" dirty="0"/>
              <a:t>.感谢你——让这个</a:t>
            </a:r>
            <a:r>
              <a:rPr lang="zh-CN" altLang="zh-CN" sz="4000" dirty="0">
                <a:highlight>
                  <a:srgbClr val="00FFFF"/>
                </a:highlight>
              </a:rPr>
              <a:t>PPT</a:t>
            </a:r>
            <a:r>
              <a:rPr lang="zh-CN" altLang="zh-CN" sz="4000" dirty="0"/>
              <a:t>有了存在的意义。</a:t>
            </a:r>
            <a:br>
              <a:rPr lang="zh-CN" altLang="zh-CN" dirty="0"/>
            </a:b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65593A91-EA66-1E7A-5CE1-792CB333672E}"/>
              </a:ext>
            </a:extLst>
          </p:cNvPr>
          <p:cNvSpPr txBox="1"/>
          <p:nvPr/>
        </p:nvSpPr>
        <p:spPr>
          <a:xfrm>
            <a:off x="707009" y="2659559"/>
            <a:ext cx="1338606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4400" dirty="0"/>
              <a:t>鸣谢</a:t>
            </a:r>
          </a:p>
        </p:txBody>
      </p:sp>
    </p:spTree>
    <p:extLst>
      <p:ext uri="{BB962C8B-B14F-4D97-AF65-F5344CB8AC3E}">
        <p14:creationId xmlns:p14="http://schemas.microsoft.com/office/powerpoint/2010/main" val="22425570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7457BC7-9575-78BF-C370-6B4C74C336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F3E7911-CE15-DF84-84B7-8E3FE2031F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7571255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117</Words>
  <Application>Microsoft Office PowerPoint</Application>
  <PresentationFormat>宽屏</PresentationFormat>
  <Paragraphs>2</Paragraphs>
  <Slides>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</vt:i4>
      </vt:variant>
    </vt:vector>
  </HeadingPairs>
  <TitlesOfParts>
    <vt:vector size="8" baseType="lpstr">
      <vt:lpstr>等线</vt:lpstr>
      <vt:lpstr>等线 Light</vt:lpstr>
      <vt:lpstr>Arial</vt:lpstr>
      <vt:lpstr>Office 主题​​</vt:lpstr>
      <vt:lpstr>PowerPoint 演示文稿</vt:lpstr>
      <vt:lpstr>PowerPoint 演示文稿</vt:lpstr>
      <vt:lpstr>1.感谢美术教材催生了这个PPT。 2.感谢deepseek提供了免费的文本编写服务。 3.感谢千问提供了免费的 AI 图片清晰度提升服务。 4.感谢我们的美术老师让我们完成了这个PPT。 5.感谢你——让这个PPT有了存在的意义。 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一丹 赵</dc:creator>
  <cp:lastModifiedBy>一丹 赵</cp:lastModifiedBy>
  <cp:revision>4</cp:revision>
  <dcterms:created xsi:type="dcterms:W3CDTF">2026-09-11T11:50:28Z</dcterms:created>
  <dcterms:modified xsi:type="dcterms:W3CDTF">2026-09-11T12:10:46Z</dcterms:modified>
</cp:coreProperties>
</file>