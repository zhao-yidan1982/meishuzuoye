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5"/>
  </p:notesMasterIdLst>
  <p:sldIdLst>
    <p:sldId id="257" r:id="rId2"/>
    <p:sldId id="256" r:id="rId3"/>
    <p:sldId id="258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45FA3-1078-4D74-B7B3-0078D2A7671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63539-D09A-4CC5-B1DC-A96ED30FC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204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63539-D09A-4CC5-B1DC-A96ED30FCB9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876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30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4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2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67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91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07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38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22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300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75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0846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150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6816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343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416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50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98500" y="1402439"/>
            <a:ext cx="6775416" cy="2475461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98499" y="3929598"/>
            <a:ext cx="6775416" cy="46004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5708846"/>
            <a:ext cx="1908483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134419" y="5708846"/>
            <a:ext cx="1955527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385312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30E7-C84E-4D70-B1C7-D0217A0ED382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2053DC0-3702-4EDE-87D7-B425B775B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10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F0A0B-83D5-7A54-CC11-54FCFB5C2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4228" y="1052805"/>
            <a:ext cx="6324092" cy="1308436"/>
          </a:xfrm>
        </p:spPr>
        <p:txBody>
          <a:bodyPr/>
          <a:lstStyle/>
          <a:p>
            <a:r>
              <a:rPr lang="en-US" altLang="zh-CN" dirty="0">
                <a:latin typeface="方正文沁永乐大典体M" panose="02010600010101010101" pitchFamily="2" charset="-122"/>
                <a:ea typeface="方正文沁永乐大典体M" panose="02010600010101010101" pitchFamily="2" charset="-122"/>
              </a:rPr>
              <a:t>《</a:t>
            </a:r>
            <a:r>
              <a:rPr lang="zh-CN" altLang="en-US" dirty="0">
                <a:latin typeface="方正文沁永乐大典体M" panose="02010600010101010101" pitchFamily="2" charset="-122"/>
                <a:ea typeface="方正文沁永乐大典体M" panose="02010600010101010101" pitchFamily="2" charset="-122"/>
              </a:rPr>
              <a:t>千年土地翻了身</a:t>
            </a:r>
            <a:r>
              <a:rPr lang="en-US" altLang="zh-CN" dirty="0">
                <a:latin typeface="方正文沁永乐大典体M" panose="02010600010101010101" pitchFamily="2" charset="-122"/>
                <a:ea typeface="方正文沁永乐大典体M" panose="02010600010101010101" pitchFamily="2" charset="-122"/>
              </a:rPr>
              <a:t>》</a:t>
            </a:r>
            <a:endParaRPr lang="zh-CN" altLang="en-US" dirty="0">
              <a:latin typeface="方正文沁永乐大典体M" panose="02010600010101010101" pitchFamily="2" charset="-122"/>
              <a:ea typeface="方正文沁永乐大典体M" panose="0201060001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63EDFF-3370-7E48-D9B1-77705F8F83CB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7509402" y="2265050"/>
            <a:ext cx="1441197" cy="746380"/>
          </a:xfrm>
        </p:spPr>
        <p:txBody>
          <a:bodyPr/>
          <a:lstStyle/>
          <a:p>
            <a:r>
              <a:rPr lang="zh-CN" altLang="en-US" sz="2400" dirty="0">
                <a:latin typeface="维多利亚复古宋体" panose="02010600010101010101" pitchFamily="2" charset="-122"/>
                <a:ea typeface="维多利亚复古宋体" panose="02010600010101010101" pitchFamily="2" charset="-122"/>
              </a:rPr>
              <a:t>董希文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D92A72-55E9-D143-7665-37BCD8A289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3517" y="2361241"/>
            <a:ext cx="1908483" cy="276999"/>
          </a:xfrm>
        </p:spPr>
        <p:txBody>
          <a:bodyPr/>
          <a:lstStyle/>
          <a:p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3D1AD4-5579-E4FD-BA72-2E79B9B68F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42227" y="2588273"/>
            <a:ext cx="1955527" cy="276999"/>
          </a:xfrm>
        </p:spPr>
        <p:txBody>
          <a:bodyPr/>
          <a:lstStyle/>
          <a:p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221EC3-813F-F1A6-2449-DED08171C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755" y="2726772"/>
            <a:ext cx="6278489" cy="339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84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D330A94-7EC9-A925-6D44-63EE142E5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1198" y="34283"/>
            <a:ext cx="3725579" cy="1280890"/>
          </a:xfrm>
        </p:spPr>
        <p:txBody>
          <a:bodyPr>
            <a:noAutofit/>
          </a:bodyPr>
          <a:lstStyle/>
          <a:p>
            <a:r>
              <a:rPr lang="zh-CN" altLang="en-US" sz="6000" dirty="0"/>
              <a:t>     目录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9BA44E-2F70-F732-D4A7-65E1321BC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1198" y="1050435"/>
            <a:ext cx="4739692" cy="941861"/>
          </a:xfrm>
        </p:spPr>
        <p:txBody>
          <a:bodyPr/>
          <a:lstStyle/>
          <a:p>
            <a:r>
              <a:rPr lang="zh-CN" altLang="en-US" dirty="0"/>
              <a:t>内容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8DFCDA6-A7B0-5FBE-B8C9-706146AD6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93684" y="2628407"/>
            <a:ext cx="3999001" cy="576262"/>
          </a:xfrm>
        </p:spPr>
        <p:txBody>
          <a:bodyPr/>
          <a:lstStyle/>
          <a:p>
            <a:r>
              <a:rPr lang="zh-CN" altLang="en-US" dirty="0"/>
              <a:t>内容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9F1AA8E-74EF-6A4E-7189-3A5B8F266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39778" y="4047709"/>
            <a:ext cx="4178358" cy="924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内容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8425770-F2EC-6A1B-D4E5-897FC0C5C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4044" y="1909692"/>
            <a:ext cx="1787017" cy="2074320"/>
          </a:xfrm>
          <a:prstGeom prst="rect">
            <a:avLst/>
          </a:prstGeom>
        </p:spPr>
      </p:pic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D53A3EB3-0A54-93E0-282F-81A134ED7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93684" y="5537585"/>
            <a:ext cx="3171618" cy="576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内容</a:t>
            </a:r>
            <a:r>
              <a:rPr lang="en-US" altLang="zh-CN" sz="2400" dirty="0"/>
              <a:t>4</a:t>
            </a:r>
            <a:endParaRPr lang="zh-CN" altLang="en-US" sz="24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7546934-C3C8-FB43-60FD-4A96F6F88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940" y="626603"/>
            <a:ext cx="1600215" cy="163492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998AF42-05F7-0930-F872-957BD55095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012" y="2213522"/>
            <a:ext cx="1891112" cy="177049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1F7A8B6-ADB7-D94B-EE4F-B38ED82C31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07" y="4023474"/>
            <a:ext cx="2146741" cy="172094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B49C231-ECFF-CDC8-AEBA-1AE8F84C97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476" y="4949057"/>
            <a:ext cx="3056155" cy="1717015"/>
          </a:xfrm>
          <a:prstGeom prst="rect">
            <a:avLst/>
          </a:prstGeom>
        </p:spPr>
      </p:pic>
      <p:sp>
        <p:nvSpPr>
          <p:cNvPr id="24" name="对话气泡: 椭圆形 23">
            <a:extLst>
              <a:ext uri="{FF2B5EF4-FFF2-40B4-BE49-F238E27FC236}">
                <a16:creationId xmlns:a16="http://schemas.microsoft.com/office/drawing/2014/main" id="{BE45A7FD-1088-2A00-1551-619FA668D6C9}"/>
              </a:ext>
            </a:extLst>
          </p:cNvPr>
          <p:cNvSpPr/>
          <p:nvPr/>
        </p:nvSpPr>
        <p:spPr>
          <a:xfrm flipH="1">
            <a:off x="59299" y="162021"/>
            <a:ext cx="1913641" cy="1282045"/>
          </a:xfrm>
          <a:prstGeom prst="wedgeEllipseCallout">
            <a:avLst>
              <a:gd name="adj1" fmla="val -43493"/>
              <a:gd name="adj2" fmla="val 647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闲的没事干出去炸个鱼与玩玩</a:t>
            </a:r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9ADE14AA-D4AF-4CE9-D7F3-7E74838F2613}"/>
              </a:ext>
            </a:extLst>
          </p:cNvPr>
          <p:cNvSpPr/>
          <p:nvPr/>
        </p:nvSpPr>
        <p:spPr>
          <a:xfrm flipH="1">
            <a:off x="0" y="1558169"/>
            <a:ext cx="1376314" cy="1282045"/>
          </a:xfrm>
          <a:prstGeom prst="wedgeRoundRectCallout">
            <a:avLst>
              <a:gd name="adj1" fmla="val -57819"/>
              <a:gd name="adj2" fmla="val 8382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小妹妹，我们来下棋吧</a:t>
            </a:r>
          </a:p>
        </p:txBody>
      </p:sp>
      <p:sp>
        <p:nvSpPr>
          <p:cNvPr id="26" name="对话气泡: 矩形 25">
            <a:extLst>
              <a:ext uri="{FF2B5EF4-FFF2-40B4-BE49-F238E27FC236}">
                <a16:creationId xmlns:a16="http://schemas.microsoft.com/office/drawing/2014/main" id="{5C37F8BC-243D-0B17-1509-5920523601E5}"/>
              </a:ext>
            </a:extLst>
          </p:cNvPr>
          <p:cNvSpPr/>
          <p:nvPr/>
        </p:nvSpPr>
        <p:spPr>
          <a:xfrm>
            <a:off x="10916643" y="662847"/>
            <a:ext cx="1216058" cy="996001"/>
          </a:xfrm>
          <a:prstGeom prst="wedgeRectCallout">
            <a:avLst>
              <a:gd name="adj1" fmla="val -86724"/>
              <a:gd name="adj2" fmla="val 890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看我直接将你顽童戏老叟</a:t>
            </a:r>
          </a:p>
        </p:txBody>
      </p:sp>
      <p:sp>
        <p:nvSpPr>
          <p:cNvPr id="27" name="对话气泡: 椭圆形 26">
            <a:extLst>
              <a:ext uri="{FF2B5EF4-FFF2-40B4-BE49-F238E27FC236}">
                <a16:creationId xmlns:a16="http://schemas.microsoft.com/office/drawing/2014/main" id="{1B31C38E-688E-31E1-185C-FE110A0EB5CE}"/>
              </a:ext>
            </a:extLst>
          </p:cNvPr>
          <p:cNvSpPr/>
          <p:nvPr/>
        </p:nvSpPr>
        <p:spPr>
          <a:xfrm>
            <a:off x="-141403" y="3429000"/>
            <a:ext cx="1891111" cy="1543366"/>
          </a:xfrm>
          <a:prstGeom prst="wedgeEllipseCallout">
            <a:avLst>
              <a:gd name="adj1" fmla="val 46073"/>
              <a:gd name="adj2" fmla="val 657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其实我后面还有人，赢你我都不需要出手</a:t>
            </a:r>
          </a:p>
        </p:txBody>
      </p:sp>
    </p:spTree>
    <p:extLst>
      <p:ext uri="{BB962C8B-B14F-4D97-AF65-F5344CB8AC3E}">
        <p14:creationId xmlns:p14="http://schemas.microsoft.com/office/powerpoint/2010/main" val="4121852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7BB4F-4FD1-8611-9FF5-DFD975CE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3C9FC0-29AF-241D-80C9-1E13F4588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A153594-4E83-1AE7-6987-E23EA84409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8"/>
            <a:ext cx="12192000" cy="6859488"/>
          </a:xfr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3BAE65-F89D-04AA-78D6-8B4DA240C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33104" y="5078435"/>
            <a:ext cx="7289888" cy="576262"/>
          </a:xfrm>
        </p:spPr>
        <p:txBody>
          <a:bodyPr/>
          <a:lstStyle/>
          <a:p>
            <a:r>
              <a:rPr lang="zh-CN" altLang="en-US" sz="6000" dirty="0">
                <a:latin typeface="方正姚体" panose="02010601030101010101" pitchFamily="2" charset="-122"/>
                <a:ea typeface="方正姚体" panose="02010601030101010101" pitchFamily="2" charset="-122"/>
              </a:rPr>
              <a:t>看到这里还不鼓掌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E49F84-00E6-CFE9-D420-1F5307A0B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39646" y="1203303"/>
            <a:ext cx="8912707" cy="3638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6600" dirty="0"/>
              <a:t>           感谢观看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0D1E608-56A9-C746-D300-A8D50650F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31" y="3022578"/>
            <a:ext cx="2857500" cy="28575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EB4B4EE-6909-4120-F07E-972070F12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47111" y="3022578"/>
            <a:ext cx="2857500" cy="28575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F49C79F-65E0-EA85-14BC-D53AE47EA5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105" y="3166036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39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  <p:bldP spid="6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I-MACHINEIDS" val="[&quot;7bddbe67ee58eff6cd2211d24bad03988f400076a587d925afda2dd130be6b60&quot;]"/>
  <p:tag name="OPFI-USERIDS" val="[&quot;06795e31-3ec9-90bf-9d17-3a1df0a4f7d2&quot;]"/>
  <p:tag name="OPFI" val="{&quot;ThemeFontContent-4512&quot;:{&quot;cnName&quot;:&quot;方正文沁永乐大典体M&quot;,&quot;enName&quot;:&quot;FZSJ-WENQYLDDTM&quot;,&quot;id&quot;:&quot;ThemeFontContent-4512&quot;,&quot;paymentType&quot;:0,&quot;isSystemFont&quot;:false,&quot;name&quot;:&quot;方正文沁永乐大典体M&quot;},&quot;ThemeFontContent-441&quot;:{&quot;cnName&quot;:&quot;维多利亚复古宋体&quot;,&quot;enName&quot;:&quot;FZSJ-WEIDLYFGST&quot;,&quot;id&quot;:&quot;ThemeFontContent-441&quot;,&quot;paymentType&quot;:0,&quot;isSystemFont&quot;:false,&quot;name&quot;:&quot;维多利亚复古宋体&quot;},&quot;ThemeFontContent-515&quot;:{&quot;cnName&quot;:&quot;方正姚体&quot;,&quot;enName&quot;:&quot;FZYaoTi&quot;,&quot;id&quot;:&quot;ThemeFontContent-515&quot;,&quot;paymentType&quot;:0,&quot;isSystemFont&quot;:true,&quot;name&quot;:&quot;方正姚体&quot;}}"/>
</p:tagLst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61</TotalTime>
  <Words>64</Words>
  <Application>Microsoft Office PowerPoint</Application>
  <PresentationFormat>宽屏</PresentationFormat>
  <Paragraphs>16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方正文沁永乐大典体M</vt:lpstr>
      <vt:lpstr>方正姚体</vt:lpstr>
      <vt:lpstr>维多利亚复古宋体</vt:lpstr>
      <vt:lpstr>Arial</vt:lpstr>
      <vt:lpstr>Century Gothic</vt:lpstr>
      <vt:lpstr>Wingdings 3</vt:lpstr>
      <vt:lpstr>丝状</vt:lpstr>
      <vt:lpstr>《千年土地翻了身》</vt:lpstr>
      <vt:lpstr>     目录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XIANGMEI ZHAO</dc:creator>
  <cp:lastModifiedBy>XIANGMEI ZHAO</cp:lastModifiedBy>
  <cp:revision>2</cp:revision>
  <dcterms:created xsi:type="dcterms:W3CDTF">2026-09-10T14:15:28Z</dcterms:created>
  <dcterms:modified xsi:type="dcterms:W3CDTF">2026-09-12T00:09:56Z</dcterms:modified>
</cp:coreProperties>
</file>